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82296" cy="1371600"/>
          </a:xfrm>
          <a:prstGeom prst="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692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4ED9A4"/>
                </a:solidFill>
                <a:latin typeface="Leelawadee UI"/>
              </a:rPr>
              <a:t>นำเสนอสรุปคู่มือ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4000" b="1">
                <a:solidFill>
                  <a:srgbClr val="ECF2F8"/>
                </a:solidFill>
                <a:latin typeface="Leelawadee UI"/>
              </a:rPr>
              <a:t>ไกเกอร์เคาน์เตอร์ด้วย Arduino และหลอด LND712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700" b="0">
                <a:solidFill>
                  <a:srgbClr val="7F93A6"/>
                </a:solidFill>
                <a:latin typeface="Leelawadee UI"/>
              </a:rPr>
              <a:t>สรุปคู่มือการสร้าง — หลักการทำงาน การต่อวงจร และโค้ดทั้งหมด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ภาพรวมของเครื่องที่คู่มือพาสร้าง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ไกเกอร์เคาน์เตอร์แบบพกพา วัดรังสีอัลฟา เบตา แกมมา และเอกซ์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ใช้หลอด LND712 ร่วมกับ Arduino Pro Mini 5V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แสดงผลบนจอ OLED แบบ I2C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ปรับแก้ค่าภูมิหลัง แปลงหน่วย และตั้งค่าแจ้งเตือนด้วยเสียง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ควบคุมด้วยปุ่มกด 3 ปุ่ม และส่งข้อมูลผ่าน Bluetooth ไปยังสมาร์ทโฟน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โปรเจกต์จริงกำหนดให้ใช้ Arduino UNO ซึ่งเป็นชิป ATmega328P เดียวกัน โค้ดใช้ได้โดยไม่ต้องแก้ขา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ส่วนประกอบฮาร์ดแวร์ 9 รายการ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Arduino Pro Mini 5V 16MHz — บอร์ดไมโครคอนโทรลเลอร์หลัก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หลอดไกเกอร์-มืลเลอร์ LND712 — ตรวจจับอัลฟา เบตา แกมมา เอกซ์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โมดูลจ่ายแรงดันสูง 400-550V ควรมีขาสัญญาณ TTL pulse output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จอ OLED 0.96 นิ้ว รุ่น SSD1306 แบบ I2C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โมดูล Bluetooth HC-05 หรือ HC-06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ปุ่มกด Tactile Switch 3 ตัว — Select, Up, Down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ลำโพงหรือ Buzzer แบบ Passive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แบตเตอรี่ Li-ion 3.7V พร้อมโมดูลชาร์จ USB หรือ Power Bank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สายไฟ อุปกรณ์บัดกรี และเบรดบอร์ดสำหรับทดสอบ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ข้อควรระวังด้านความปลอดภัย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โมดูลจ่ายแรงดันสูงสร้างแรงดันไฟฟ้าสูงถึง 400-550V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แรงดันระดับนี้อาจเป็นอันตรายได้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ต้องใช้ความระมัดระวังขณะต่อวงจร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ตรวจสอบฉนวนหุ้มทุกจุดให้เรียบร้อยก่อนจ่ายไฟ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ตารางการเชื่อมต่อขา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ED9A4"/>
                          </a:solidFill>
                          <a:latin typeface="Leelawadee UI"/>
                        </a:rPr>
                        <a:t>อุปกรณ์</a:t>
                      </a:r>
                    </a:p>
                  </a:txBody>
                  <a:tcPr anchor="ctr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ED9A4"/>
                          </a:solidFill>
                          <a:latin typeface="Leelawadee UI"/>
                        </a:rPr>
                        <a:t>ขาสัญญาณ</a:t>
                      </a:r>
                    </a:p>
                  </a:txBody>
                  <a:tcPr anchor="ctr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ED9A4"/>
                          </a:solidFill>
                          <a:latin typeface="Leelawadee UI"/>
                        </a:rPr>
                        <a:t>ต่อเข้า Arduino</a:t>
                      </a:r>
                    </a:p>
                  </a:txBody>
                  <a:tcPr anchor="ctr">
                    <a:solidFill>
                      <a:srgbClr val="1821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โมดูลจ่ายแรงดันสูง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Pulse 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D2  (Interrupt 0)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จอ OLED I2C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SDA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A4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จอ OLED I2C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SCL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A5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ปุ่ม Select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D3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ปุ่ม Up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D4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ปุ่ม Down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D5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Buzzer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Signal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Consolas"/>
                        </a:rPr>
                        <a:t>D6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Bluetooth HC-05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TX เข้า Arduino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D7  (SoftwareSerial)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Bluetooth HC-05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RX ออกจาก Arduino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3D0DC"/>
                          </a:solidFill>
                          <a:latin typeface="Leelawadee UI"/>
                        </a:rPr>
                        <a:t>D8  (SoftwareSerial)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7F93A6"/>
                </a:solidFill>
                <a:latin typeface="Leelawadee UI"/>
              </a:rPr>
              <a:t>OLED ใช้สาย I2C 4 เส้น คือ VCC GND SDA SCL   ·   หากจอเป็นรุ่นแรงดัน 3.3V ควรใช้ Level Shifter สำหรับ SDA และ SCL เพราะบอร์ดใช้ลอจิก 5V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หลักการที่ 1 การนับพัลส์ และที่ 2 การคำนวณ CPM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การนับพัลส์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หลอด LND712 สร้างพัลส์แรงดันสั้น ๆ ทุกครั้งที่อนุภาครังสีผ่านเข้าไป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โมดูลจ่ายแรงดันสูงปรับพัลส์ให้เป็นสัญญาณ TTL ช่วง 0-5V ส่งเข้าขา D2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ใช้ interrupt เพื่อตรวจจับและนับจำนวนพัลส์อย่างแม่นยำ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การคำนวณ CPM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CPM คือ Counts Per Minute จำนวนพัลส์ที่เกิดขึ้นใน 1 นาที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CPM = (จำนวนพัลส์ในเวลา T วินาที) × (60 / T)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คู่มือใช้วิธีสุ่มตัวอย่าง 10 วินาทีแล้วคูณด้วย 6 เพื่อให้แสดงผลรวดเร็วขึ้น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ตั้ง SAMPLE_TIME เท่ากับ 10000 มิลลิวินาที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หลักการที่ 3 Conversion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หลอดไกเกอร์แต่ละรุ่นมี Conversion Factor ที่แตกต่างกัน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สำหรับ LND712 คู่มือระบุค่าที่นิยมใช้ไว้ 3 ค่า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0.00833 — ใช้ในโปรเจกต์ Geiger Counter บน ESP32 ของ danjulio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0.00926 — เท่ากับ 108 CPM ต่อ 1 µSv/h พบในเอกสารอ้างอิงบางแหล่ง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0.00233 — ตามตาราง Conversion Factors บางชุด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คู่มือเลือก 0.00833 เป็นค่าเริ่มต้น และปรับเปลี่ยนได้ผ่านปุ่มตั้งค่า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Dose (µSv/h) = CPM × Conversion_Factor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หลักการที่ 4 Background และที่ 5 การแจ้งเตือน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Background Correction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ค่ารังสีพื้นหลังมีประมาณ 15-30 CPM ขึ้นอยู่กับสถานที่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Adjusted_CPM = CPM − Background_CPM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หาก Adjusted_CPM ติดลบ ให้แสดงผลเป็น 0 CPM และ 0.00 µSv/h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ค่าเริ่มต้นในโค้ดตั้งไว้ที่ 20 CPM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การแจ้งเตือนระดับรังสี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เมื่อ Dose rate สูงเกิน Alert Threshold ที่ตั้งไว้ Arduino ส่งสัญญาณไปที่ Buzzer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กำหนดความถี่และระยะเวลาการติดต่อกันได้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ค่าเริ่มต้นของ Alert Threshold คือ 1.0 µSv/h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ไลบรารีและค่าคงที่หลักในโค้ด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ไลบรารีที่ต้องติดตั้งใน Arduino IDE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Adafruit SSD1306 — สำหรับจอ OLED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Adafruit GFX — ฟังก์ชันกราฟิกสำหรับจอ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SoftwareSerial — สำหรับ Bluetooth มีมากับ Arduino IDE อยู่แล้ว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ค่าคงที่หลัก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SAMPLE_TIME = 10000  เก็บตัวอย่างทุก 10 วินาที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MULTIPLIER = 60000 / SAMPLE_TIME  ใช้เปลี่ยน CPS เป็น CPM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DEFAULT_CONV_FACTOR = 0.00833   ·   DEFAULT_BACKGROUND = 20.0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DEFAULT_ALERT_THRESHOLD = 1.0   ·   debounceDelay = 200 ms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pulseCount ประกาศเป็น volatile เพราะถูกแก้ค่าจากฟังก์ชัน interrupt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โค้ด: countPulse() และ readButton()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9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countPulse()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เป็นฟังก์ชัน Interrupt ทำงานทุกครั้งที่เกิดพัลส์จากหลอดไกเกอร์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ภายในมีคำสั่งเดียวคือ pulseCount++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900"/>
              </a:spcAft>
            </a:pPr>
            <a:r>
              <a:rPr sz="1600" b="1">
                <a:solidFill>
                  <a:srgbClr val="4ED9A4"/>
                </a:solidFill>
                <a:latin typeface="Leelawadee UI"/>
              </a:rPr>
              <a:t>readButton(int pin)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อ่านสถานะปุ่มพร้อม debounce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สมมติปุ่มต่อแบบ Active Low คือกดแล้วได้ LOW จึงเช็ค digitalRead(pin) == LOW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เช็คต่อว่า millis() − lastButtonTime มากกว่า debounceDelay หรือไม่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ผ่านทั้งสองเงื่อนไข บันทึกเวลาแล้วคืนค่า 1 ถ้าไม่ผ่านคืน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โค้ด: triggerAlert() updateDisplay() sendBluetoothData()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triggerAlert()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ทำงานเมื่อ alertActive ยังเป็นเท็จเท่านั้น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ตั้ง alertActive เป็นจริง แล้วสั่ง tone(BUZZER_PIN, 2000, 500)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การเช็ค alertActive ก่อน กันไม่ให้เสียงดังซ้ำทุกรอบลูป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updateDisplay()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เคลียร์จอ ตั้งขนาดตัวอักษร สี และตำแหน่งเคอร์เซอร์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แสดงค่า CPM, Dose, Alert และ Conv บนหน้าเดียว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ถ้า menuMode ไม่เท่ากับ 0 จะแสดงข้อความ Menu Mode ต่อท้าย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sendBluetoothData()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Consolas"/>
              </a:rPr>
              <a:t>ใช้ snprintf แทน sprintf เพื่อจำกัดความยาว กันข้อมูลล้นออกนอก buffer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โค้ด: handleMenu() ระบบเมนู 4 โหมด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กดปุ่ม Select เปลี่ยนโหมดแบบวนกลับ ด้วย menuMode = (menuMode + 1) % 4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โหมด 0 — หน้าหลักแสดงค่าปกติ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โหมด 1 — แก้ไข Conversion Factor ปุ่ม Up/Down ปรับครั้งละ 0.0001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โหมด 2 — แก้ไข Background ปรับครั้งละ 1.0 CPM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โหมด 3 — แก้ไข Alert Threshold ปรับครั้งละ 0.1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ทุกโหมดมีเงื่อนไขกันค่าติดลบ คือลดได้เฉพาะเมื่อค่าปัจจุบันมากกว่าศูนย์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มี delay(200) หลังกด Select เพื่อป้องกันการกดซ้ำ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โค้ด: setup() การเตรียมครั้งแรก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Serial.begin(9600) สำหรับ Serial Monitor ไว้ดีบัก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bluetooth.begin(9600) ซึ่งเป็น baud rate มาตรฐานของ HC-05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เริ่มจอ OLED ถ้าไม่สำเร็จจะพิมพ์ SSD1306 allocation failed แล้วหยุดด้วยลูปไม่รู้จบ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pinMode: GEIGER_PIN เป็น INPUT ปุ่มทั้งสามเป็น INPUT_PULLUP และ BUZZER เป็น OUTPUT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700">
                <a:solidFill>
                  <a:srgbClr val="C3D0DC"/>
                </a:solidFill>
                <a:latin typeface="Consolas"/>
              </a:rPr>
              <a:t>attachInterrupt(digitalPinToInterrupt(GEIGER_PIN), countPulse, RISING)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แสดงข้อความ Geiger Counter และ LND712 Ready แล้วหน่วง 2 วินาที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โค้ด: loop() หัวใจของโปรแกรม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เรียก handleMenu() ทุกรอบเพื่อให้ปุ่มตอบสนองไว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ทุกครบ SAMPLE_TIME หรือ 10 วินาที จึงคำนวณใหม่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สั่ง noInterrupts() ก่อนอ่าน pulseCount เก็บไว้ รีเซ็ตเป็นศูนย์ แล้วสั่ง interrupts() กลับ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เหตุที่ต้องปิด Interrupt ชั่วคราว: ถ้ามีพัลส์เข้ามาระหว่างอ่านกับรีเซ็ต พัลส์นั้นจะหายไป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cpm = counts × MULTIPLIER จากนั้นหัก background ได้ adjustedCPM ถ้าติดลบให้เป็นศูนย์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doseRate = adjustedCPM × convFactor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ถ้า doseRate ถึงเกณฑ์เรียก triggerAlert ถ้าไม่ถึงตั้ง alertActive กลับเป็นเท็จ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เรียก updateDisplay() และ sendBluetoothData() แล้วรีเซ็ตเวลา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7F93A6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ท้ายลูปมี delay(50) เพื่อให้ปุ่มทำงานได้ทันที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การรับข้อมูลบนสมาร์ทโฟนผ่าน Bluetooth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โค้ดส่งข้อมูลทุก 10 วินาที ในรูปแบบ  cpm=124.00;uSv/h=1.03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แอปที่ใช้รับได้ เช่น Serial Bluetooth Terminal ทั้ง Android และ iOS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หรือ Arduino Bluetooth Data Logger หรือแอปที่พัฒนาเอง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ขั้นตอนที่ 1 จับคู่ Bluetooth กับ HC-05 รหัสผ่านเริ่มต้นคือ 1234 หรือ 0000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ขั้นตอนที่ 2 เปิดแอป Serial Terminal แล้วเลือกเชื่อมต่อกับ HC-05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ขั้นตอนที่ 3 ข้อมูลจะแสดงเป็นข้อความทุก 10 วินาที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800">
                <a:solidFill>
                  <a:srgbClr val="7F93A6"/>
                </a:solidFill>
                <a:latin typeface="Leelawadee UI"/>
              </a:rPr>
              <a:t>— </a:t>
            </a:r>
            <a:r>
              <a:rPr sz="1800">
                <a:solidFill>
                  <a:srgbClr val="C3D0DC"/>
                </a:solidFill>
                <a:latin typeface="Leelawadee UI"/>
              </a:rPr>
              <a:t>HC-06 เป็น Slave-only ใช้โค้ดเดิมได้ แต่ส่งคำสั่งจากมือถือกลับมายัง Arduino ไม่ได้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4ED9A4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8404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700" b="1">
                <a:solidFill>
                  <a:srgbClr val="ECF2F8"/>
                </a:solidFill>
                <a:latin typeface="Leelawadee UI"/>
              </a:rPr>
              <a:t>การทดสอบ การปรับเทียบ การแก้ปัญหา และสรุป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515600" cy="11430"/>
          </a:xfrm>
          <a:prstGeom prst="rect">
            <a:avLst/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การทดสอบและพลังงาน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ทดสอบทีละส่วน ทั้งจอ OLED ปุ่มกด Buzzer และ Bluetooth ก่อนต่อรวม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ตั้งแรงดันประมาณ 500V เพราะ LND712 ต้องการช่วง 450-650V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Pro Mini 20-30 mA + จอ 20 mA + Bluetooth 30 mA รวม 80-100 mA แบต 18650 ใช้ได้ราว 20 ชั่วโมง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การปรับเทียบ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ตั้งค่า Background โดยวัดในที่ที่ไม่มีแหล่งรังสีเพิ่มเติม 10-15 นาที แล้วนำค่าเฉลี่ยมาใช้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การแก้ปัญหาเบื้องต้น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จอไม่แสดงผล ตรวจ I2C และสแกน address · Bluetooth ไม่ต่อ ตรวจ TX RX และ baud 9600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CPM สูงผิดปกติ ตรวจสัญญาณรบกวน ลองเพิ่ม RC filter ที่ขาสัญญาณ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4ED9A4"/>
                </a:solidFill>
                <a:latin typeface="Leelawadee UI"/>
              </a:rPr>
              <a:t>แนวทางพัฒนาต่อที่คู่มือเสนอ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>
                <a:solidFill>
                  <a:srgbClr val="7F93A6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บันทึกข้อมูลลง SD Card · แสดงกราฟแนวโน้ม · เพิ่มเซนเซอร์อุณหภูมิและความชื้น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